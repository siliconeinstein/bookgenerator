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新药研发流程、成本与挑战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绪论｜人工智能与药物设计的发展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导入：为什么新药这么难？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思考切入：同一种疾病为何多年无新药？为何候选药常在后期失败？</a:t>
            </a:r>
          </a:p>
          <a:p>
            <a:r>
              <a:t>本节学习目标：</a:t>
            </a:r>
          </a:p>
          <a:p>
            <a:r>
              <a:t>- 说清“靶点到上市”的关键流程与里程碑</a:t>
            </a:r>
          </a:p>
          <a:p>
            <a:r>
              <a:t>- 理解高成本、长周期、高失败率的成因与风险点</a:t>
            </a:r>
          </a:p>
          <a:p>
            <a:r>
              <a:t>- 为后续判断“AI适合介入哪里、价值如何评估”建立场景背景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全流程主线与关键产出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主线：未满足需求 → 靶点/机制 → 先导发现 → 临床前 → 临床 I/II/III → 注册上市 → 上市后再评价</a:t>
            </a:r>
          </a:p>
          <a:p>
            <a:r>
              <a:t>每阶段关注两类问题：</a:t>
            </a:r>
          </a:p>
          <a:p>
            <a:r>
              <a:t>- 要“证明什么”（疗效/安全性/机制/可制造）</a:t>
            </a:r>
          </a:p>
          <a:p>
            <a:r>
              <a:t>- 要“交付什么”（可决策的证据与资料包）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发现阶段：从靶点到先导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靶点与机制：明确疾病通路、可干预性与可验证性</a:t>
            </a:r>
          </a:p>
          <a:p>
            <a:r>
              <a:t>先导发现：命中（hit）→ 先导（lead）→ 候选化合物（candidate）</a:t>
            </a:r>
          </a:p>
          <a:p>
            <a:r>
              <a:t>核心产出：可重复的活性证据、初步选择性、早期成药性线索</a:t>
            </a:r>
          </a:p>
          <a:p>
            <a:r>
              <a:t>场景提示：肿瘤常依赖分子分型/生物标志物来提升“命中到有效”概率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临床前：把风险前置到 IND 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目标：在进入人体前尽量回答“能否安全进入临床”</a:t>
            </a:r>
          </a:p>
          <a:p>
            <a:r>
              <a:t>关键工作：药效学、PK/PD、ADMET、毒理、安全窗、CMC（工艺与质量）</a:t>
            </a:r>
          </a:p>
          <a:p>
            <a:r>
              <a:t>核心产出：候选药临床前证据 + IND 资料包（支持首次人体试验）</a:t>
            </a:r>
          </a:p>
          <a:p>
            <a:r>
              <a:t>常见卡点：ADMET/毒性不可预测 → “后期失败前置不足”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临床 I/II/III：证据要求与规模升级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临床 I：安全性、耐受性、剂量探索（部分领域可与早期疗效合并）</a:t>
            </a:r>
          </a:p>
          <a:p>
            <a:r>
              <a:t>临床 II：初步有效性、剂量方案优化、目标人群界定</a:t>
            </a:r>
          </a:p>
          <a:p>
            <a:r>
              <a:t>临床 III：大样本确证性试验，形成注册所需关键证据</a:t>
            </a:r>
          </a:p>
          <a:p>
            <a:r>
              <a:t>核心产出：疗效与安全性证据链 + 统计学可解释结论</a:t>
            </a:r>
          </a:p>
          <a:p>
            <a:r>
              <a:t>现实难点：入组慢、终点选择、异质性、样本量与成本激增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注册上市与上市后：从证据到可及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注册与上市：提交 NDA/BLA 等资料包，接受审评与合规核查</a:t>
            </a:r>
          </a:p>
          <a:p>
            <a:r>
              <a:t>上市后再评价：真实世界用药监测、不良反应、适应症扩展、风险管理</a:t>
            </a:r>
          </a:p>
          <a:p>
            <a:r>
              <a:t>要点：证据不止“做出来”，还要“写得清、可追溯、可审计”</a:t>
            </a:r>
          </a:p>
          <a:p>
            <a:r>
              <a:t>场景提示：抗感染药面临耐药演化与临床终点定义带来的额外不确定性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成本与周期：项目管理视角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逻辑：阶段推进 = 决策闸门（go/no-go）+ 证据要求升级 + 试验规模升级</a:t>
            </a:r>
          </a:p>
          <a:p>
            <a:r>
              <a:t>成本曲线：从发现到临床逐步抬升，临床阶段通常贡献最大</a:t>
            </a:r>
          </a:p>
          <a:p>
            <a:r>
              <a:t>推高因素：</a:t>
            </a:r>
          </a:p>
          <a:p>
            <a:r>
              <a:t>- 失败返工（前期不足导致后期推倒重来）</a:t>
            </a:r>
          </a:p>
          <a:p>
            <a:r>
              <a:t>- 合规与质量体系（数据、伦理、审计追溯）</a:t>
            </a:r>
          </a:p>
          <a:p>
            <a:r>
              <a:t>- 时间成本（等待入组、随访周期、供应链与生产放大）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核心挑战清单：痛点落到任务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早期发现：靶点选择失误；优化迭代慢；可合成性/可开发性约束</a:t>
            </a:r>
          </a:p>
          <a:p>
            <a:r>
              <a:t>临床前：ADMET/毒性预测不准；模型外推到人体困难</a:t>
            </a:r>
          </a:p>
          <a:p>
            <a:r>
              <a:t>临床阶段：入组难；终点与统计功效；人群异质性导致疗效不显著</a:t>
            </a:r>
          </a:p>
          <a:p>
            <a:r>
              <a:t>全流程：数据碎片化；跨团队协同与知识传递成本高</a:t>
            </a:r>
          </a:p>
          <a:p>
            <a:r>
              <a:t>对应任务词：预测/筛选/生成/优化/证据整合/决策支持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课堂活动（机动）：情景任务卡讨论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分组领取项目场景卡（如 EGFR 肿瘤、小分子抗菌、阿尔茨海默病、罕见病）</a:t>
            </a:r>
          </a:p>
          <a:p>
            <a:r>
              <a:t>在流程图上标注：最容易“卡住”的 2 个环节 + 成本/风险来源</a:t>
            </a:r>
          </a:p>
          <a:p>
            <a:r>
              <a:t>每组给出 1 个可量化指标：如命中率、优化轮次、入组速度、DILI 风险、失败率</a:t>
            </a:r>
          </a:p>
          <a:p>
            <a:r>
              <a:t>全班对比：不同疾病/药物类型的“失败模式”差异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小结与过渡：AI该从哪里介入？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三条主线回扣：流程（里程碑与产出）—成本（规模升级与返工）—挑战（场景化痛点）</a:t>
            </a:r>
          </a:p>
          <a:p>
            <a:r>
              <a:t>关键认识：高成本/长周期/高失败率，本质是证据需求高且不确定性大</a:t>
            </a:r>
          </a:p>
          <a:p>
            <a:r>
              <a:t>过渡问题：若在一个研发项目引入 AI，你会优先选哪个环节（筛选/优化/毒性/临床设计/证据整合）？为什么？</a:t>
            </a:r>
          </a:p>
          <a:p>
            <a:r>
              <a:t>思政提示：降本增效与药物可及性；同时严守伦理、数据合规与研发责任边界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