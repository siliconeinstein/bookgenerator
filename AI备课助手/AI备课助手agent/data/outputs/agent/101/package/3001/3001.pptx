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第一章 Python语言概述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Python简介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教学目标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了解Python语言的基本概念、发展背景与主要特点，重点认识其在不同领域中的典型应用场景与价值，建立对课程的整体认知与学习路径，为后续学习奠定基础。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核心知识点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Python的起源与发展历程（从通用脚本语言到多领域主流语言）；2. Python语言的设计理念及其与“快速开发、易维护”的关系；3. Python的主要特点：简洁、易读、跨平台、开源、可扩展，并说明这些特点如何支撑实际项目落地；4. Python的典型应用场景与案例：Web开发（后端接口/快速原型）、数据分析与可视化（数据清洗/报表/仪表盘）、人工智能与机器学习（模型训练/推理/应用集成）、自动化与运维（批处理/爬虫/自动化测试/办公自动化）、科学计算与工程（仿真/计算）、教育与创客（入门编程/脚本化控制）；5. 面向应用的学习意义：本课程知识点如何对应解决真实问题（语法→写脚本，数据结构→处理数据，流程控制→自动化逻辑，库与生态→完成项目）。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建议教学结构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导入与课程导言（5分钟）：以“Python能做什么”引入，说明课程安排与本节学习目标；2. Python语言概述（8分钟）：简要讲解起源、命名由来与发展历程，强调其在产业与科研中的普及；3. 核心特点与应用关联（12分钟）：用小例子说明“简洁、可读、跨平台、开源、生态丰富”如何带来开发效率与可维护性，并映射到具体场景；4. 应用场景重点展示（18分钟）：按领域快速串讲并配合示例/截图/短演示——Web接口返回数据、用Pandas处理表格并绘图、调用现成AI模型完成文本/图片任务、写脚本批量重命名与自动生成报告、简单爬取页面并保存结果等；5. 小结与互动问答（2分钟）：回顾“特点—场景—价值”的对应关系，布置课后思考：选择一个感兴趣领域，写出Python可解决的一个具体问题。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其他补充信息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节为入门导学内容，建议以“真实任务驱动”突出应用价值：可准备1~2个可当堂演示的迷你案例（如读取Excel并生成图表、调用API获取数据并保存、用脚本自动整理文件），让学生直观看到Python的产出；尽量少讲语法细节，多讲“用Python完成某件事的流程与效果”，并引导学生根据兴趣选定应用方向，为后续章节学习建立目标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本节《Python简介》课件已生成，可进入编辑页继续调整内容与版式。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