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OpenMAIC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谢谢</dc:title>
  <dc:subject>感谢页</dc:subject>
  <dc:creator>AI备课助手</dc:creator>
  <cp:lastModifiedBy>AI备课助手</cp:lastModifiedBy>
  <cp:revision>1</cp:revision>
  <dcterms:created xsi:type="dcterms:W3CDTF">2026-05-14T09:29:44Z</dcterms:created>
  <dcterms:modified xsi:type="dcterms:W3CDTF">2026-05-14T09:29:44Z</dcterms:modified>
</cp:coreProperties>
</file>