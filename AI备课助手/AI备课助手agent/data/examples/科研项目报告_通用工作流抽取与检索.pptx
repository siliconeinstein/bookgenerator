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通用工作流抽取与检索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科研项目报告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Paper2Tools 项目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一、项目背景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问题：科研人员复现论文时面临"黑盒"困境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现状：论文描述与实际操作存在巨大鸿沟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需求：将论文中的隐性知识转化为可执行的工作流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目标：构建通用工作流抽取与检索系统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二、核心目标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工作流抽取：从论文中自动提取可执行的工作流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工作流检索：支持语义检索，快速找到相关工作流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工作流执行：验证工作流的可执行性和正确性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工作流复用：支持跨领域工作流迁移和组合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 → 解析层 → 抽取层 → 验证层 → 输出层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输入层：PDF论文、思维链、代码片段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解析层：PDF解析、代码分析、图表理解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抽取层：workflow-filter、extract-workflow-json、extract-workflow-code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验证层：workflow-validator、workflow-visualizer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输出层：可执行代码、JSON工作流、可视化流程图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四、关键技术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workflow-filter：严格筛选高质量工作流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extract-workflow-json：结构化JSON提取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extract-workflow-code：可执行Python代码生成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workflow-visualizer：Mermaid/Graphviz流程图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workflow-validator：论文复现验证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Code Tracer：matplotlib函数调用监控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五、应用场景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自动化科研复现：输入论文PDF → 输出可执行代码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智能科研助手：自然语言查询 → 推荐相关工作流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跨领域方法迁移：生物信息学 → 材料科学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自动化实验设计：组合多个工作流构建新实验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知识图谱构建：抽取概念节点构建科研知识图谱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六、项目成果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5个核心Skill：workflow-filter、extract-workflow-json、extract-workflow-code、workflow-visualizer、workflow-validator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ChartMimic评估器：支持多维度工作流评估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RECODE复现：视觉问答代码生成系统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网络基因评分工作流：9步骤完整实现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GPUgeek API集成：GPT-5.2代码生成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七、未来展望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强化工具实现：对接HuggingFace、BioTools等工具库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合成数据生成：用LLM生成逼真测试数据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众包验证：社区提交复现结果积累验证数据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多模态扩展：支持湿实验工作流（机器人执行）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效率优化：训练小模型替代大模型API调用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Paper2Tools Project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Paper2Tools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科研项目报告</dc:title>
  <dc:subject>通用工作流抽取与检索</dc:subject>
  <dc:creator>AI备课助手</dc:creator>
  <cp:lastModifiedBy>AI备课助手</cp:lastModifiedBy>
  <cp:revision>1</cp:revision>
  <dcterms:created xsi:type="dcterms:W3CDTF">2026-05-14T09:52:36Z</dcterms:created>
  <dcterms:modified xsi:type="dcterms:W3CDTF">2026-05-14T09:52:36Z</dcterms:modified>
</cp:coreProperties>
</file>